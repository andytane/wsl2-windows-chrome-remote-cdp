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-914400" y="-914400"/>
            <a:ext cx="3657600" cy="3657600"/>
          </a:xfrm>
          <a:prstGeom prst="donu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10058400" y="5029200"/>
            <a:ext cx="2743200" cy="2743200"/>
          </a:xfrm>
          <a:prstGeom prst="donu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WSL2 → Windows Chrome</a:t>
            </a:r>
          </a:p>
          <a:p>
            <a:pPr algn="ctr">
              <a:defRPr sz="4800" b="1">
                <a:solidFill>
                  <a:srgbClr val="02C39A"/>
                </a:solidFill>
              </a:defRPr>
            </a:pPr>
            <a:r>
              <a:t>Remote CDP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8F9FA"/>
                </a:solidFill>
              </a:defRPr>
            </a:pPr>
            <a:r>
              <a:t>在虚拟网卡/代理环境下稳定控制 Windows Chrome</a:t>
            </a:r>
          </a:p>
          <a:p>
            <a:br/>
            <a:pPr algn="ctr">
              <a:defRPr sz="1800">
                <a:solidFill>
                  <a:srgbClr val="00A896"/>
                </a:solidFill>
              </a:defRPr>
            </a:pPr>
            <a:r>
              <a:t>OpenClaw 技能实战方案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6217920"/>
            <a:ext cx="850392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传统方案的痛点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⚠️ 在 WSL2 中控制 Windows Chrome 一直是个难题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⚠️ 常见失败场景：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⚠️ WSL2 无法访问 Windows 本地 127.0.0.1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⚠️ 虚拟网卡（Tailscale/Clash/FClash）导致网络隔离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⚠️ 全局代理模式下流量被错误路由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⚠️ portproxy 转发不稳定或超时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⚠️ 结果：浏览器自动化链路频繁中断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我们的解决方案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基于 OpenClaw remote CDP 架构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核心思路：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Windows Chrome 开启远程调试（9222 端口）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Windows portproxy 转发 0.0.0.0:9223 → 127.0.0.1:9222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WSL2 通过 WSL 网关 IP 访问 9223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OpenClaw 配置 remote browser profile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关键优势：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不依赖虚拟网卡路由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不受全局代理影响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本地流量走本地转发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💡 稳定可靠，已生产验证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11430000" cy="10972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6454F"/>
                </a:solidFill>
              </a:defRPr>
            </a:pPr>
            <a:r>
              <a:t>关键设计：本地流量不经过虚拟网卡/代理软件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架构设计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1737360"/>
          </a:xfrm>
          <a:prstGeom prst="roundRect">
            <a:avLst/>
          </a:prstGeom>
          <a:solidFill>
            <a:srgbClr val="E8F4F8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br/>
            <a:r>
              <a:t>OpenClaw Gateway</a:t>
            </a:r>
          </a:p>
          <a:p>
            <a:pPr>
              <a:defRPr sz="1400">
                <a:solidFill>
                  <a:srgbClr val="36454F"/>
                </a:solidFill>
              </a:defRPr>
            </a:pPr>
            <a:r>
              <a:t>browser.profiles.remote.cdpUrl = http://172.17.32.1:9223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2860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WSL2 Ubuntu</a:t>
            </a:r>
          </a:p>
        </p:txBody>
      </p:sp>
      <p:sp>
        <p:nvSpPr>
          <p:cNvPr id="7" name="Down Arrow 6"/>
          <p:cNvSpPr/>
          <p:nvPr/>
        </p:nvSpPr>
        <p:spPr>
          <a:xfrm>
            <a:off x="5669280" y="2926080"/>
            <a:ext cx="822960" cy="548640"/>
          </a:xfrm>
          <a:prstGeom prst="down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11430000" cy="2560320"/>
          </a:xfrm>
          <a:prstGeom prst="roundRect">
            <a:avLst/>
          </a:prstGeom>
          <a:solidFill>
            <a:srgbClr val="F8F4EC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22860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Windows Host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10642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6454F"/>
                </a:solidFill>
              </a:defRPr>
            </a:pPr>
            <a:r>
              <a:t>portproxy: 0.0.0.0:9223 → 127.0.0.1:9222</a:t>
            </a:r>
            <a:br/>
            <a:r>
              <a:t>Firewall: ChromeCDP9223 (allow)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6454F"/>
                </a:solidFill>
              </a:defRPr>
            </a:pPr>
            <a:r>
              <a:t>Google Chrome | --remote-debugging-port=9222 | --remote-debugging-address=127.0.0.1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为什么能在虚拟网卡环境下工作？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虚拟网卡（Tailscale/Clash）的特点：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接管默认路由（0.0.0.0/0）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但 WSL2 网关（172.17.32.1）是直连路由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本地网段（172.17.0.0/16）不走虚拟网卡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我们的方案：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WSL2 → 172.17.32.1:9223（直连）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Windows portproxy 监听 0.0.0.0:9223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转发到 127.0.0.1:9222（纯本地）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完全不经过虚拟网卡/代理软件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🎯 结果：即使全局代理模式下也稳定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与其他方案对比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3383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虚拟网卡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全局代理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稳定性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直连 127.0.0.1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host.docker.internal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portproxy(旧)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我们的方案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2C39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4023360"/>
            <a:ext cx="11430000" cy="1097280"/>
          </a:xfrm>
          <a:prstGeom prst="roundRect">
            <a:avLst/>
          </a:prstGeom>
          <a:solidFill>
            <a:srgbClr val="E8F8F4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6454F"/>
                </a:solidFill>
              </a:defRPr>
            </a:pPr>
            <a:r>
              <a:t>优势：明确区分本地流量和代理流量，利用 WSL2 网关直连特性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已验证的功能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743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✅ 基础连接</a:t>
            </a:r>
          </a:p>
          <a:p>
            <a:br/>
            <a:pPr algn="ctr">
              <a:defRPr sz="1400">
                <a:solidFill>
                  <a:srgbClr val="36454F"/>
                </a:solidFill>
              </a:defRPr>
            </a:pPr>
            <a:r>
              <a:t>profiles</a:t>
            </a:r>
            <a:br/>
            <a:r>
              <a:t>status</a:t>
            </a:r>
            <a:br/>
            <a:r>
              <a:t>tabs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743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✅ 页面操作</a:t>
            </a:r>
          </a:p>
          <a:p>
            <a:br/>
            <a:pPr algn="ctr">
              <a:defRPr sz="1400">
                <a:solidFill>
                  <a:srgbClr val="36454F"/>
                </a:solidFill>
              </a:defRPr>
            </a:pPr>
            <a:r>
              <a:t>open</a:t>
            </a:r>
            <a:br/>
            <a:r>
              <a:t>navigate</a:t>
            </a:r>
            <a:br/>
            <a:r>
              <a:t>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2743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2C39A"/>
                </a:solidFill>
              </a:defRPr>
            </a:pPr>
            <a:r>
              <a:t>✅ 高级功能</a:t>
            </a:r>
          </a:p>
          <a:p>
            <a:br/>
            <a:pPr algn="ctr">
              <a:defRPr sz="1400">
                <a:solidFill>
                  <a:srgbClr val="36454F"/>
                </a:solidFill>
              </a:defRPr>
            </a:pPr>
            <a:r>
              <a:t>click, type</a:t>
            </a:r>
            <a:br/>
            <a:r>
              <a:t>evaluate</a:t>
            </a:r>
            <a:br/>
            <a:r>
              <a:t>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188720"/>
            <a:ext cx="2743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65A82"/>
                </a:solidFill>
              </a:defRPr>
            </a:pPr>
            <a:r>
              <a:t>✅ 真实场景</a:t>
            </a:r>
          </a:p>
          <a:p>
            <a:br/>
            <a:pPr algn="ctr">
              <a:defRPr sz="1400">
                <a:solidFill>
                  <a:srgbClr val="36454F"/>
                </a:solidFill>
              </a:defRPr>
            </a:pPr>
            <a:r>
              <a:t>YouTube</a:t>
            </a:r>
            <a:br/>
            <a:r>
              <a:t>ClawHub</a:t>
            </a:r>
            <a:br/>
            <a:r>
              <a:t>微信公众号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86400"/>
            <a:ext cx="11430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所有功能已在虚拟网卡 + 全局代理环境下验证通过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开源技能仓库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GitHub: AndyTane/wsl2-windows-chrome-remote-cdp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https://github.com/AndyTane/wsl2-windows-chrome-remote-cdp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仓库结构：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README.md（中英双语，图文并茂）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LICENSE（MIT）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skill-wsl2-windows-chrome-remote-cdp/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  - SKILL.md, scripts/, references/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📦 发布版本：v0.2.0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11430000" cy="10972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6454F"/>
                </a:solidFill>
              </a:defRPr>
            </a:pPr>
            <a:r>
              <a:t>包含完整的 Windows/WSL2 双端脚本和详细文档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快速开始</a:t>
            </a:r>
          </a:p>
        </p:txBody>
      </p:sp>
      <p:sp>
        <p:nvSpPr>
          <p:cNvPr id="4" name="Oval 3"/>
          <p:cNvSpPr/>
          <p:nvPr/>
        </p:nvSpPr>
        <p:spPr>
          <a:xfrm>
            <a:off x="11704320" y="32004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🚀 Windows 侧（PowerShell 管理员）：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🚀 setup-windows-chrome-cdp.ps1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🚀 WSL2 侧：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🚀 update-openclaw-remote-cdp.sh --dry-run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🚀 update-openclaw-remote-cdp.sh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🚀 验证：openclaw browser --browser-profile remote status</a:t>
            </a: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🚀 前提：WSL2 Ubuntu + Windows 10/11 + Chrome + OpenClaw 2026.3.24+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</a:defRPr>
            </a:pPr>
            <a:r>
              <a:t>核心价值：在虚拟网卡/代理环境下稳定控制 Windows Chrome</a:t>
            </a: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  <a:r>
              <a:t>不依赖复杂路由配置，开箱即用，生产验证</a:t>
            </a: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  <a:r>
              <a:t>技术亮点：</a:t>
            </a: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  <a:r>
              <a:t>• 利用 WSL2 网关直连特性</a:t>
            </a: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  <a:r>
              <a:t>• Windows portproxy 透明转发</a:t>
            </a: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  <a:r>
              <a:t>• OpenClaw remote CDP 官方推荐方案</a:t>
            </a: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</a:p>
          <a:p>
            <a:pPr>
              <a:spcAft>
                <a:spcPts val="1200"/>
              </a:spcAft>
              <a:defRPr sz="1700">
                <a:solidFill>
                  <a:srgbClr val="F8F9FA"/>
                </a:solidFill>
              </a:defRPr>
            </a:pPr>
            <a:r>
              <a:t>适用场景：WSL2 开发、登录态网站、浏览器自动化、动态页面抓取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65A82"/>
                </a:solidFill>
              </a:defRPr>
            </a:pPr>
            <a:r>
              <a:t>GitHub: https://github.com/AndyTane/wsl2-windows-chrome-remote-cdp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